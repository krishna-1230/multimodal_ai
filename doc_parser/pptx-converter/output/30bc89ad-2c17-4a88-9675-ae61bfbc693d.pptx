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Java is a high-level, class-based, object-oriented programming language that is designed to have as few implementation dependencies as possible.</a:t>
            </a:r>
          </a:p>
          <a:p>
            <a:pPr>
              <a:defRPr sz="1800"/>
            </a:pPr>
            <a:r>
              <a:t>It was developed by James Gosling at Sun Microsystems and released in 1995. Java is known for its 'Write Once, Run Anywhere' (WORA) principle.</a:t>
            </a:r>
          </a:p>
          <a:p>
            <a:pPr>
              <a:defRPr sz="1800"/>
            </a:pPr>
            <a:r>
              <a:t>This means that compiled Java code can run on all platforms that support Java without the need for recompilation.</a:t>
            </a:r>
          </a:p>
          <a:p>
            <a:pPr>
              <a:defRPr sz="1800"/>
            </a:pPr>
            <a:r>
              <a:t>Java applications are typically compiled to bytecode that can run on any Java Virtual Machine (JVM) regardless of the underlying computer architecture.</a:t>
            </a:r>
          </a:p>
          <a:p>
            <a:pPr>
              <a:defRPr sz="1800"/>
            </a:pPr>
            <a:r>
              <a:t>It is one of the most popular programming languages in the world, widely used for enterprise-level applications, mobile development, and big data.</a:t>
            </a:r>
          </a:p>
          <a:p>
            <a:pPr>
              <a:defRPr sz="1800"/>
            </a:pPr>
            <a:r>
              <a:t>Its robust ecosystem and extensive libraries make it a preferred choice for many developers.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/>
            </a:pPr>
            <a:r>
              <a:t>What is Java?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of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Java's bytecode compilation allows it to run on any device with a JVM, ensuring platform independence.</a:t>
            </a:r>
          </a:p>
          <a:p>
            <a:pPr>
              <a:defRPr sz="1800"/>
            </a:pPr>
            <a:r>
              <a:t>This is a significant advantage over languages that require recompilation for different operating systems.</a:t>
            </a:r>
          </a:p>
          <a:p>
            <a:pPr>
              <a:defRPr sz="1800"/>
            </a:pPr>
            <a:r>
              <a:t>The JVM acts as an interpreter, translating bytecode into machine-specific instructions.</a:t>
            </a:r>
          </a:p>
          <a:p>
            <a:pPr>
              <a:defRPr sz="1800"/>
            </a:pPr>
            <a:r>
              <a:t>This 'Write Once, Run Anywhere' capability is a cornerstone of Java's design philosophy.</a:t>
            </a:r>
          </a:p>
          <a:p>
            <a:pPr>
              <a:defRPr sz="1800"/>
            </a:pPr>
            <a:r>
              <a:t>It simplifies development and deployment across diverse computing environments.</a:t>
            </a:r>
          </a:p>
          <a:p>
            <a:pPr>
              <a:defRPr sz="1800"/>
            </a:pPr>
            <a:r>
              <a:t>Developers can focus on logic rather than worrying about underlying hardware or 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/>
            </a:pPr>
            <a:r>
              <a:t>Platform Independence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Object-Oriented Programming (OOP)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Java is fundamentally an object-oriented language, supporting concepts like encapsulation, inheritance, and polymorphism.</a:t>
            </a:r>
          </a:p>
          <a:p>
            <a:pPr>
              <a:defRPr sz="1800"/>
            </a:pPr>
            <a:r>
              <a:t>Encapsulation bundles data and methods that operate on the data within a single unit, preventing direct access.</a:t>
            </a:r>
          </a:p>
          <a:p>
            <a:pPr>
              <a:defRPr sz="1800"/>
            </a:pPr>
            <a:r>
              <a:t>Inheritance allows new classes to inherit properties and behaviors from existing classes, promoting code reuse.</a:t>
            </a:r>
          </a:p>
          <a:p>
            <a:pPr>
              <a:defRPr sz="1800"/>
            </a:pPr>
            <a:r>
              <a:t>Polymorphism enables objects of different classes to be treated as objects of a common type, enhancing flexibility.</a:t>
            </a:r>
          </a:p>
          <a:p>
            <a:pPr>
              <a:defRPr sz="1800"/>
            </a:pPr>
            <a:r>
              <a:t>Abstraction focuses on showing only essential information and hiding complex implementation details.</a:t>
            </a:r>
          </a:p>
          <a:p>
            <a:pPr>
              <a:defRPr sz="1800"/>
            </a:pPr>
            <a:r>
              <a:t>These principles contribute to modular, reusable, and maintainable codebases.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/>
            </a:pPr>
            <a:r>
              <a:t>Core OOP Principles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Robustness and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Java is designed to be robust, emphasizing compile-time error checking and runtime exception handling.</a:t>
            </a:r>
          </a:p>
          <a:p>
            <a:pPr>
              <a:defRPr sz="1800"/>
            </a:pPr>
            <a:r>
              <a:t>It eliminates pointers, which are common sources of errors in languages like C++, reducing memory management issues.</a:t>
            </a:r>
          </a:p>
          <a:p>
            <a:pPr>
              <a:defRPr sz="1800"/>
            </a:pPr>
            <a:r>
              <a:t>The garbage collector automatically manages memory, freeing up objects that are no longer in use.</a:t>
            </a:r>
          </a:p>
          <a:p>
            <a:pPr>
              <a:defRPr sz="1800"/>
            </a:pPr>
            <a:r>
              <a:t>Security features are integral to Java, including a security manager that defines access rights for classes.</a:t>
            </a:r>
          </a:p>
          <a:p>
            <a:pPr>
              <a:defRPr sz="1800"/>
            </a:pPr>
            <a:r>
              <a:t>This makes Java suitable for developing secure network applications and distributed systems.</a:t>
            </a:r>
          </a:p>
          <a:p>
            <a:pPr>
              <a:defRPr sz="1800"/>
            </a:pPr>
            <a:r>
              <a:t>Its strong type checking and exception handling mechanisms contribute to highly reliable applications.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/>
            </a:pPr>
            <a:r>
              <a:t>Built-in Reliability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Multithreading and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Java provides built-in support for multithreading, allowing concurrent execution of multiple parts of a program.</a:t>
            </a:r>
          </a:p>
          <a:p>
            <a:pPr>
              <a:defRPr sz="1800"/>
            </a:pPr>
            <a:r>
              <a:t>This feature is crucial for developing interactive and high-performance applications, especially in server-side programming.</a:t>
            </a:r>
          </a:p>
          <a:p>
            <a:pPr>
              <a:defRPr sz="1800"/>
            </a:pPr>
            <a:r>
              <a:t>Threads share a common memory area, enabling efficient communication and resource sharing.</a:t>
            </a:r>
          </a:p>
          <a:p>
            <a:pPr>
              <a:defRPr sz="1800"/>
            </a:pPr>
            <a:r>
              <a:t>While often criticized for performance compared to C++, modern JVMs and JIT compilers have significantly improved Java's speed.</a:t>
            </a:r>
          </a:p>
          <a:p>
            <a:pPr>
              <a:defRPr sz="1800"/>
            </a:pPr>
            <a:r>
              <a:t>Optimizations like Just-In-Time (JIT) compilation convert bytecode into native machine code at runtime.</a:t>
            </a:r>
          </a:p>
          <a:p>
            <a:pPr>
              <a:defRPr sz="1800"/>
            </a:pPr>
            <a:r>
              <a:t>This results in performance that is often comparable to, or even surpasses, compiled languages for certain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/>
            </a:pPr>
            <a:r>
              <a:t>Concurrency Support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Rich API and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Java boasts a vast and comprehensive Application Programming Interface (API) that provides ready-to-use classes and interfaces.</a:t>
            </a:r>
          </a:p>
          <a:p>
            <a:pPr>
              <a:defRPr sz="1800"/>
            </a:pPr>
            <a:r>
              <a:t>This rich API covers areas from networking and database connectivity to GUI development and XML parsing.</a:t>
            </a:r>
          </a:p>
          <a:p>
            <a:pPr>
              <a:defRPr sz="1800"/>
            </a:pPr>
            <a:r>
              <a:t>Beyond the core API, Java has a massive open-source ecosystem with countless third-party libraries and frameworks.</a:t>
            </a:r>
          </a:p>
          <a:p>
            <a:pPr>
              <a:defRPr sz="1800"/>
            </a:pPr>
            <a:r>
              <a:t>Frameworks like Spring, Hibernate, and Apache Struts simplify complex development tasks and accelerate project delivery.</a:t>
            </a:r>
          </a:p>
          <a:p>
            <a:pPr>
              <a:defRPr sz="1800"/>
            </a:pPr>
            <a:r>
              <a:t>The strong community support ensures continuous development and availability of resources.</a:t>
            </a:r>
          </a:p>
          <a:p>
            <a:pPr>
              <a:defRPr sz="1800"/>
            </a:pPr>
            <a:r>
              <a:t>This extensive ecosystem is a major reason for Java's enduring popularity and versatility.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/>
            </a:pPr>
            <a:r>
              <a:t>Extensive Libraries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