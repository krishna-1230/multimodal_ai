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Modern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None</a:t>
            </a:r>
          </a:p>
          <a:p>
            <a:pPr lvl="1"/>
            <a:r>
              <a:t>Artificial Intelligence</a:t>
            </a:r>
          </a:p>
          <a:p>
            <a:pPr lvl="1"/>
            <a:r>
              <a:t>Machine Learning</a:t>
            </a:r>
          </a:p>
          <a:p>
            <a:pPr lvl="1"/>
            <a:r>
              <a:t>Cloud Computing</a:t>
            </a:r>
          </a:p>
          <a:p>
            <a:pPr lvl="1"/>
            <a:r>
              <a:t>Blockchain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Future of Innovation</a:t>
            </a:r>
          </a:p>
          <a:p>
            <a:r>
              <a:t>None</a:t>
            </a:r>
          </a:p>
          <a:p>
            <a:pPr lvl="1"/>
            <a:r>
              <a:t>Natural Language Processing</a:t>
            </a:r>
          </a:p>
          <a:p>
            <a:pPr lvl="1"/>
            <a:r>
              <a:t>Computer Vision</a:t>
            </a:r>
          </a:p>
          <a:p>
            <a:pPr lvl="1"/>
            <a:r>
              <a:t>Robotics</a:t>
            </a:r>
          </a:p>
          <a:p>
            <a:pPr lvl="1"/>
            <a:r>
              <a:t>Expert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 b="1"/>
            </a:pPr>
            <a:r>
              <a:t>Key Areas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(ML)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 from Data</a:t>
            </a:r>
          </a:p>
          <a:p>
            <a:r>
              <a:t>None</a:t>
            </a:r>
          </a:p>
          <a:p>
            <a:pPr lvl="1"/>
            <a:r>
              <a:t>Supervised Learning</a:t>
            </a:r>
          </a:p>
          <a:p>
            <a:pPr lvl="1"/>
            <a:r>
              <a:t>Unsupervised Learning</a:t>
            </a:r>
          </a:p>
          <a:p>
            <a:pPr lvl="1"/>
            <a:r>
              <a:t>Reinforcement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 and Flexible Infrastructure</a:t>
            </a:r>
          </a:p>
          <a:p>
            <a:r>
              <a:t>None</a:t>
            </a:r>
          </a:p>
          <a:p>
            <a:pPr lvl="1"/>
            <a:r>
              <a:t>Infrastructure as a Service (IaaS)</a:t>
            </a:r>
          </a:p>
          <a:p>
            <a:pPr lvl="1"/>
            <a:r>
              <a:t>Platform as a Service (PaaS)</a:t>
            </a:r>
          </a:p>
          <a:p>
            <a:pPr lvl="1"/>
            <a:r>
              <a:t>Software as a Service (SaaS)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Decentralized and Secure Ledgers</a:t>
            </a:r>
          </a:p>
          <a:p>
            <a:r>
              <a:t>None</a:t>
            </a:r>
          </a:p>
          <a:p>
            <a:pPr lvl="1"/>
            <a:r>
              <a:t>Cryptocurrencies</a:t>
            </a:r>
          </a:p>
          <a:p>
            <a:pPr lvl="1"/>
            <a:r>
              <a:t>Smart Contracts</a:t>
            </a:r>
          </a:p>
          <a:p>
            <a:pPr lvl="1"/>
            <a:r>
              <a:t>Supply Chain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Internet of Things (IoT)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Connecting the Physical World</a:t>
            </a:r>
          </a:p>
          <a:p>
            <a:r>
              <a:t>None</a:t>
            </a:r>
          </a:p>
          <a:p>
            <a:pPr lvl="1"/>
            <a:r>
              <a:t>Smart Homes</a:t>
            </a:r>
          </a:p>
          <a:p>
            <a:pPr lvl="1"/>
            <a:r>
              <a:t>Connected Health</a:t>
            </a:r>
          </a:p>
          <a:p>
            <a:pPr lvl="1"/>
            <a:r>
              <a:t>Industrial IoT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Protecting Digital Assets</a:t>
            </a:r>
          </a:p>
          <a:p>
            <a:r>
              <a:t>None</a:t>
            </a:r>
          </a:p>
          <a:p>
            <a:pPr lvl="1"/>
            <a:r>
              <a:t>AI-powered Security</a:t>
            </a:r>
          </a:p>
          <a:p>
            <a:pPr lvl="1"/>
            <a:r>
              <a:t>Zero Trust Architecture</a:t>
            </a:r>
          </a:p>
          <a:p>
            <a:pPr lvl="1"/>
            <a:r>
              <a:t>Endpoint Detection and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None</a:t>
            </a:r>
          </a:p>
          <a:p>
            <a:pPr lvl="1"/>
            <a:r>
              <a:t>Continued Integration</a:t>
            </a:r>
          </a:p>
          <a:p>
            <a:pPr lvl="1"/>
            <a:r>
              <a:t>Ethical AI Development</a:t>
            </a:r>
          </a:p>
          <a:p>
            <a:pPr lvl="1"/>
            <a:r>
              <a:t>Sustainable Tech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