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Artificial Intelligence (AI) is rapidly transforming various industries.</a:t>
            </a:r>
          </a:p>
          <a:p>
            <a:pPr lvl="1"/>
            <a:r>
              <a:t>Machine Learning</a:t>
            </a:r>
          </a:p>
          <a:p>
            <a:pPr lvl="1"/>
            <a:r>
              <a:t>Deep Learning</a:t>
            </a:r>
          </a:p>
          <a:p>
            <a:pPr lvl="1"/>
            <a:r>
              <a:t>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AI is being applied in diverse fields, from healthcare to finance.</a:t>
            </a:r>
          </a:p>
          <a:p>
            <a:pPr lvl="1"/>
            <a:r>
              <a:t>Autonomous Vehicles</a:t>
            </a:r>
          </a:p>
          <a:p>
            <a:pPr lvl="1"/>
            <a:r>
              <a:t>Medical Diagnosis</a:t>
            </a:r>
          </a:p>
          <a:p>
            <a:pPr lvl="1"/>
            <a:r>
              <a:t>Fraud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future of AI holds immense potential for innovation and societal impact.</a:t>
            </a:r>
          </a:p>
          <a:p>
            <a:pPr lvl="1"/>
            <a:r>
              <a:t>Ethical AI development</a:t>
            </a:r>
          </a:p>
          <a:p>
            <a:pPr lvl="1"/>
            <a:r>
              <a:t>Human-AI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