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None</a:t>
            </a:r>
          </a:p>
          <a:p>
            <a:r>
              <a:t>None</a:t>
            </a:r>
          </a:p>
          <a:p>
            <a:r>
              <a:t>None</a:t>
            </a:r>
          </a:p>
          <a:p>
            <a:r>
              <a:t>None</a:t>
            </a:r>
          </a:p>
          <a:p>
            <a:r>
              <a:t>None</a:t>
            </a:r>
          </a:p>
          <a:p>
            <a:r>
              <a:t>None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 b="1"/>
            </a:pPr>
            <a:r>
              <a:t>What is Java?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None</a:t>
            </a:r>
          </a:p>
          <a:p>
            <a:r>
              <a:t>None</a:t>
            </a:r>
          </a:p>
          <a:p>
            <a:r>
              <a:t>None</a:t>
            </a:r>
          </a:p>
          <a:p>
            <a:r>
              <a:t>None</a:t>
            </a:r>
          </a:p>
          <a:p>
            <a:r>
              <a:t>None</a:t>
            </a:r>
          </a:p>
          <a:p>
            <a:r>
              <a:t>None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 b="1"/>
            </a:pPr>
            <a:r>
              <a:t>Platform Independence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Object-Oriented Programming (OOP)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None</a:t>
            </a:r>
          </a:p>
          <a:p>
            <a:r>
              <a:t>None</a:t>
            </a:r>
          </a:p>
          <a:p>
            <a:r>
              <a:t>None</a:t>
            </a:r>
          </a:p>
          <a:p>
            <a:r>
              <a:t>None</a:t>
            </a:r>
          </a:p>
          <a:p>
            <a:r>
              <a:t>None</a:t>
            </a:r>
          </a:p>
          <a:p>
            <a:r>
              <a:t>None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 b="1"/>
            </a:pPr>
            <a:r>
              <a:t>Core OOP Principles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Robustness and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None</a:t>
            </a:r>
          </a:p>
          <a:p>
            <a:r>
              <a:t>None</a:t>
            </a:r>
          </a:p>
          <a:p>
            <a:r>
              <a:t>None</a:t>
            </a:r>
          </a:p>
          <a:p>
            <a:r>
              <a:t>None</a:t>
            </a:r>
          </a:p>
          <a:p>
            <a:r>
              <a:t>None</a:t>
            </a:r>
          </a:p>
          <a:p>
            <a:r>
              <a:t>None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 b="1"/>
            </a:pPr>
            <a:r>
              <a:t>Built-in Reliability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Multithreading and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None</a:t>
            </a:r>
          </a:p>
          <a:p>
            <a:r>
              <a:t>None</a:t>
            </a:r>
          </a:p>
          <a:p>
            <a:r>
              <a:t>None</a:t>
            </a:r>
          </a:p>
          <a:p>
            <a:r>
              <a:t>None</a:t>
            </a:r>
          </a:p>
          <a:p>
            <a:r>
              <a:t>None</a:t>
            </a:r>
          </a:p>
          <a:p>
            <a:r>
              <a:t>None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 b="1"/>
            </a:pPr>
            <a:r>
              <a:t>Concurrency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Rich API and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None</a:t>
            </a:r>
          </a:p>
          <a:p>
            <a:r>
              <a:t>None</a:t>
            </a:r>
          </a:p>
          <a:p>
            <a:r>
              <a:t>None</a:t>
            </a:r>
          </a:p>
          <a:p>
            <a:r>
              <a:t>None</a:t>
            </a:r>
          </a:p>
          <a:p>
            <a:r>
              <a:t>None</a:t>
            </a:r>
          </a:p>
          <a:p>
            <a:r>
              <a:t>None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 b="1"/>
            </a:pPr>
            <a:r>
              <a:t>Extensive Libraries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